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600" b="1">
                <a:solidFill>
                  <a:srgbClr val="35A29F"/>
                </a:solidFill>
              </a:defRPr>
            </a:pPr>
            <a:r>
              <a:t>SMARTLAB-SU RESEARCH &amp; DEVELOPMENT</a:t>
            </a:r>
          </a:p>
          <a:p>
            <a:pPr algn="ctr">
              <a:spcBef>
                <a:spcPts val="2000"/>
              </a:spcBef>
              <a:defRPr sz="3600" b="1">
                <a:solidFill>
                  <a:srgbClr val="FFFFFF"/>
                </a:solidFill>
              </a:defRPr>
            </a:pPr>
            <a:r>
              <a:t>Spectrum-Aided Vision Enhancer (SAVE)</a:t>
            </a:r>
            <a:br/>
            <a:r>
              <a:t>&amp; Hyperspectral Imaging System</a:t>
            </a:r>
          </a:p>
          <a:p>
            <a:pPr algn="ctr">
              <a:spcBef>
                <a:spcPts val="2500"/>
              </a:spcBef>
              <a:defRPr sz="1800">
                <a:solidFill>
                  <a:srgbClr val="DAFFFB"/>
                </a:solidFill>
              </a:defRPr>
            </a:pPr>
            <a:r>
              <a:t>Real-Time Hyperspectral Reconstruction, Narrow-Band Imaging (NBI) Simulation &amp; Disease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🎯 Project Objectives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Reconstruct high-dimensional Hyperspectral Images (HSI) from standard RGB White-Light Imagery (WLI).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Perform spectral band selection across 380 nm - 780 nm wavelengths at 1 nm spectral resolution.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Simulate Narrow Band Imaging (NBI) modalities equivalent to Olympus NBI and Video Capsule Endoscopy (VCE).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Provide real-time desktop GUI software for live spectral visualization and automated image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🌟 Key Innovation Highlights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PCA-based Spectral Reconstruction achieving 99.64% cumulative information variance.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CIEDE 2000 Color Correction reducing chromatic aberration error from 10.76 to 0.63 (94% gain).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High Structural Similarity Index (SSIM) of 93.992% (Olympus) and 90.680% (VCE).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Integrated Kaggle Dataset pipelines (~54,000 multi-spectral crop disease images).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SAVE Algorithm Mathematical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1. Gamma Linearization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Normalizes raw sRGB channels (0-255) to range [0, 1].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Applies inverse power function with exponent gamma = 2.4.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Accounts for non-linear human visual perception sensitivity.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2. CIE 1931 XYZ Conversion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Applies linear transformation matrix [T] (0.4104, 0.3576, 0.1805...).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Incorporates white-balance adaptation matrix [Ma].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Maps sRGB space directly into CIE XYZ tristimulus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3. Spectrophotometer Integration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Integrates light spectrum S(lambda) across 400nm - 700nm.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Applies CIE color matching functions x(lambda), y(lambda), z(lambda).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Calculates exact normalization factor k for reflectance calculations.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PCA &amp; Hyperspectral Reconstruction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🔬 PCA Dimensionality Reduction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Constructs reflectance matrix R(lambda) [401 x 24] from Macbeth 24-Color Checker.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Extracts 12-eigenvector basis matrix (E) using Principal Component Analysis.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Top 6 Principal Components account for 99.64% of total information variance.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Derives transformation matrix [M] using multivariate regression.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🌈 Analog Spectrum Synthesis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Reconstructs continuous spectrum S_Spectrum [380nm - 780nm] via: [EV] * [M] * [V_Color].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Eliminates non-linear camera response distortion.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Incorporates dark current subtraction matrix V_Dark.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Mean color block RMSE reduced to 0.056 across 24 reference blocks.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Narrow Band Imaging (NBI) &amp; VCE Simulation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🩺 NBI Modality Principles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Blue Wavelength (415 nm): Aligns with peak hemoglobin light absorption for superficial capillaries.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Green Wavelength (540 nm): Highlights deeper submucosal blood vessel structures.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Additional Spectrum Bands: Incorporated at 600 nm, 700 nm, and 780 nm for enhanced contrast.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⚡ Spectrum Calibration &amp; Optimization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Calibrates lighting spectrum disparities between Olympus NBI and Capsule Endoscopy (VCE).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Uses Cauchy-Lorentz visiting distribution for probability density modeling.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Applies Dual Annealing optimization for global spectrum alignment.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CIEDE 2000 color disparity minimized to an average of 2.79.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Performance Metrics &amp;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📈 Structural Similarity (SSIM)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Olympus Endoscope SSIM: Average 93.992% (Peak 94.88%).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Video Capsule Endoscopy (VCE) SSIM: Average 90.680% (Peak 96.65%).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Demonstrates high structural fidelity between simulated SAVE NBI and real NBI imagery.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📊 PSNR, Entropy &amp; Chromatic Aberration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PSNR Fidelity: VCE avg 27.93 dB, Olympus avg 27.68 dB.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Entropy Difference: Olympus avg 0.37%, VCE avg 1.17% (minimal spatial disorder).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Chromatic Aberration Error: Reduced from 10.76 to 0.63 (94% accuracy improvement).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Kaggle Datasets &amp; Training Pipelines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🌿 Plant Disease Detection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~54,000 multi-spectral crop leaf images.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256x256 and 512x512 spatial resolutions.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15 disease categories (Blight, Spot, Mold).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⚖️ Balanced Dataset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Class-balanced dataset (~2,000 images/class).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Equalizes distribution across minority classes.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Eliminates bias and reduces false positives.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✂️ Splitted Dataset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80:10:10 Train / Validation / Test partitions.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Sub-directory layout (train/valid/test).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Used for independent model benchmark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Desktop Application &amp; User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🎛️ GUI Control Panel Features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Gain Controls: Multiplication factor slider (1.0x to 50.0x) for brightness tuning.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Band Settings: Min/Max selectors for 4 spectral filters (380nm to 780nm).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Sample Management: Auto-names session directories in HyperspectralImaging_Data.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Live Feed / Split-Screen: Real-time side-by-side comparison of Original vs Processed imagery.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📷 Operational Modes &amp; Exports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Photo Mode: Captures high-res original.png and processed.png snapshots.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Video Mode: Records real-time original_video.avi and processed_video.avi feeds.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Upload Mode: Processes offline static images with custom band settings.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Automated Export: Saves session results to Output/HyperspectralImaging_Data/.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Clinical &amp; Diagnostic Advantages of SAVE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2C57"/>
                </a:solidFill>
              </a:defRPr>
            </a:pPr>
            <a:r>
              <a:t>🌟 Key Diagnostic Benefits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Enhanced Image Contrast: Highlights subtle micro-vascular mucosal variations without physical hardware filters.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Accurate &amp; Early Pathology Detections: Enables detection of early-stage lesions and tissue anomalies.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Reduced Invasive Procedures: Minimizes unnecessary tissue biopsies through non-invasive optical spectral analysis.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Hardware Versatility: Compatible with standard RGB cameras, traditional endoscopes, and Video Capsule Endoscopy (VCE).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• Time-Efficient Workflow: Instant real-time spectral processing during live examination.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0"/>
              </a:spcBef>
              <a:defRPr sz="1600" b="1">
                <a:solidFill>
                  <a:srgbClr val="35A29F"/>
                </a:solidFill>
              </a:defRPr>
            </a:pPr>
            <a:r>
              <a:t>HYPERSPECTRAL IMAGING SYSTEM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DAFFFB"/>
                </a:solidFill>
              </a:defRPr>
            </a:pPr>
            <a:r>
              <a:t>Repository: SMARTLAB-SU/Hyperspectral-Imaging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